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17"/>
  </p:notesMasterIdLst>
  <p:sldIdLst>
    <p:sldId id="264" r:id="rId2"/>
    <p:sldId id="259" r:id="rId3"/>
    <p:sldId id="260" r:id="rId4"/>
    <p:sldId id="261" r:id="rId5"/>
    <p:sldId id="262" r:id="rId6"/>
    <p:sldId id="263" r:id="rId7"/>
    <p:sldId id="265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1994D-C734-4C06-B0E1-0AECC1958F22}" v="1" dt="2026-03-18T04:31:41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amkonda Satya sai venkateswarlu" userId="a00ae827de090eec" providerId="LiveId" clId="{2E0DFA91-85F5-4C63-AE93-6F1657668455}"/>
    <pc:docChg chg="custSel delSld modSld">
      <pc:chgData name="Bellamkonda Satya sai venkateswarlu" userId="a00ae827de090eec" providerId="LiveId" clId="{2E0DFA91-85F5-4C63-AE93-6F1657668455}" dt="2026-03-18T09:20:17.016" v="57" actId="14100"/>
      <pc:docMkLst>
        <pc:docMk/>
      </pc:docMkLst>
      <pc:sldChg chg="modSp del mod">
        <pc:chgData name="Bellamkonda Satya sai venkateswarlu" userId="a00ae827de090eec" providerId="LiveId" clId="{2E0DFA91-85F5-4C63-AE93-6F1657668455}" dt="2026-03-18T09:18:46.163" v="53" actId="2696"/>
        <pc:sldMkLst>
          <pc:docMk/>
          <pc:sldMk cId="3564843010" sldId="256"/>
        </pc:sldMkLst>
        <pc:spChg chg="mod">
          <ac:chgData name="Bellamkonda Satya sai venkateswarlu" userId="a00ae827de090eec" providerId="LiveId" clId="{2E0DFA91-85F5-4C63-AE93-6F1657668455}" dt="2026-03-18T05:27:16.671" v="47" actId="20577"/>
          <ac:spMkLst>
            <pc:docMk/>
            <pc:sldMk cId="3564843010" sldId="256"/>
            <ac:spMk id="3" creationId="{FCA64AC6-8339-3E7B-B108-5AF3AB68249A}"/>
          </ac:spMkLst>
        </pc:spChg>
      </pc:sldChg>
      <pc:sldChg chg="del">
        <pc:chgData name="Bellamkonda Satya sai venkateswarlu" userId="a00ae827de090eec" providerId="LiveId" clId="{2E0DFA91-85F5-4C63-AE93-6F1657668455}" dt="2026-03-18T04:31:35.644" v="0" actId="2696"/>
        <pc:sldMkLst>
          <pc:docMk/>
          <pc:sldMk cId="4153071702" sldId="258"/>
        </pc:sldMkLst>
      </pc:sldChg>
      <pc:sldChg chg="modSp mod">
        <pc:chgData name="Bellamkonda Satya sai venkateswarlu" userId="a00ae827de090eec" providerId="LiveId" clId="{2E0DFA91-85F5-4C63-AE93-6F1657668455}" dt="2026-03-18T05:21:42.840" v="42" actId="1076"/>
        <pc:sldMkLst>
          <pc:docMk/>
          <pc:sldMk cId="472364283" sldId="259"/>
        </pc:sldMkLst>
        <pc:spChg chg="mod">
          <ac:chgData name="Bellamkonda Satya sai venkateswarlu" userId="a00ae827de090eec" providerId="LiveId" clId="{2E0DFA91-85F5-4C63-AE93-6F1657668455}" dt="2026-03-18T05:21:39.810" v="41" actId="20577"/>
          <ac:spMkLst>
            <pc:docMk/>
            <pc:sldMk cId="472364283" sldId="259"/>
            <ac:spMk id="2" creationId="{0B1071B0-16C9-16AB-CCB5-594272D30303}"/>
          </ac:spMkLst>
        </pc:spChg>
        <pc:spChg chg="mod">
          <ac:chgData name="Bellamkonda Satya sai venkateswarlu" userId="a00ae827de090eec" providerId="LiveId" clId="{2E0DFA91-85F5-4C63-AE93-6F1657668455}" dt="2026-03-18T05:21:42.840" v="42" actId="1076"/>
          <ac:spMkLst>
            <pc:docMk/>
            <pc:sldMk cId="472364283" sldId="259"/>
            <ac:spMk id="3" creationId="{0443A9F8-5EC9-E387-8113-24613FC42321}"/>
          </ac:spMkLst>
        </pc:spChg>
      </pc:sldChg>
      <pc:sldChg chg="addSp delSp modSp mod">
        <pc:chgData name="Bellamkonda Satya sai venkateswarlu" userId="a00ae827de090eec" providerId="LiveId" clId="{2E0DFA91-85F5-4C63-AE93-6F1657668455}" dt="2026-03-18T09:20:17.016" v="57" actId="14100"/>
        <pc:sldMkLst>
          <pc:docMk/>
          <pc:sldMk cId="3518060995" sldId="264"/>
        </pc:sldMkLst>
        <pc:picChg chg="del mod">
          <ac:chgData name="Bellamkonda Satya sai venkateswarlu" userId="a00ae827de090eec" providerId="LiveId" clId="{2E0DFA91-85F5-4C63-AE93-6F1657668455}" dt="2026-03-18T09:18:49.979" v="54" actId="478"/>
          <ac:picMkLst>
            <pc:docMk/>
            <pc:sldMk cId="3518060995" sldId="264"/>
            <ac:picMk id="3" creationId="{2B9020B7-0D31-862C-A2CA-ED41078DE8FD}"/>
          </ac:picMkLst>
        </pc:picChg>
        <pc:picChg chg="add mod">
          <ac:chgData name="Bellamkonda Satya sai venkateswarlu" userId="a00ae827de090eec" providerId="LiveId" clId="{2E0DFA91-85F5-4C63-AE93-6F1657668455}" dt="2026-03-18T09:20:17.016" v="57" actId="14100"/>
          <ac:picMkLst>
            <pc:docMk/>
            <pc:sldMk cId="3518060995" sldId="264"/>
            <ac:picMk id="4" creationId="{55397B3D-D28D-B7E7-1E6F-1E748F23BB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FA29C-1A86-49DE-9255-536F45CBFC5C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0CDB4-805C-46F1-A792-D0906C02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9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48823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02690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1346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08362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8048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577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8327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0919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89618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0240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15737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30679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8556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1121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5797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7087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92657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2FC169-25D4-4F65-B179-FE278AF4269D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88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397B3D-D28D-B7E7-1E6F-1E748F23B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6099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71B0-16C9-16AB-CCB5-594272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452718"/>
            <a:ext cx="9310605" cy="918882"/>
          </a:xfrm>
        </p:spPr>
        <p:txBody>
          <a:bodyPr/>
          <a:lstStyle/>
          <a:p>
            <a:r>
              <a:rPr lang="en-US" dirty="0"/>
              <a:t>                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3A9F8-5EC9-E387-8113-24613FC4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783" y="1531159"/>
            <a:ext cx="9545702" cy="4874123"/>
          </a:xfrm>
        </p:spPr>
        <p:txBody>
          <a:bodyPr>
            <a:noAutofit/>
          </a:bodyPr>
          <a:lstStyle/>
          <a:p>
            <a:r>
              <a:rPr lang="en-US" sz="1600" dirty="0"/>
              <a:t>IOT devices generate large volumes of sensor data continuously, requiring efficient real-time processing and monitoring.</a:t>
            </a:r>
          </a:p>
          <a:p>
            <a:r>
              <a:rPr lang="en-US" sz="1600" dirty="0"/>
              <a:t>Without automated systems, detecting abnormal sensor behavior is difficult, leading to device failures, downtime, and operational losses.</a:t>
            </a:r>
          </a:p>
          <a:p>
            <a:r>
              <a:rPr lang="en-US" sz="1600" dirty="0"/>
              <a:t>This project builds a scalable data pipeline to enable real-time anomaly detection and proactive monitoring of IoT systems.</a:t>
            </a:r>
          </a:p>
          <a:p>
            <a:r>
              <a:rPr lang="en-US" sz="1600" dirty="0">
                <a:highlight>
                  <a:srgbClr val="00FF00"/>
                </a:highlight>
              </a:rPr>
              <a:t>The main objectives of this project are:</a:t>
            </a:r>
          </a:p>
          <a:p>
            <a:r>
              <a:rPr lang="en-US" sz="1600" dirty="0"/>
              <a:t>Build a real-time streaming data pipeline using Amazon Kinesis.</a:t>
            </a:r>
          </a:p>
          <a:p>
            <a:r>
              <a:rPr lang="en-US" sz="1600" dirty="0"/>
              <a:t> Implement Medallion Architecture (Bronze, Silver, Gold layers) in Databricks. </a:t>
            </a:r>
          </a:p>
          <a:p>
            <a:r>
              <a:rPr lang="en-US" sz="1600" dirty="0"/>
              <a:t>Clean and transform raw IoT sensor data.</a:t>
            </a:r>
          </a:p>
          <a:p>
            <a:r>
              <a:rPr lang="en-US" sz="1600" dirty="0"/>
              <a:t>Apply anomaly detection techniques using Z-score.</a:t>
            </a:r>
          </a:p>
          <a:p>
            <a:r>
              <a:rPr lang="en-US" sz="1600" dirty="0"/>
              <a:t> Provide real-time dashboards for monitoring sensor health. </a:t>
            </a:r>
          </a:p>
          <a:p>
            <a:r>
              <a:rPr lang="en-US" sz="1600" dirty="0"/>
              <a:t>Trigger Slack alerts for critical anomalies.</a:t>
            </a:r>
          </a:p>
          <a:p>
            <a:r>
              <a:rPr lang="en-US" sz="1600" dirty="0"/>
              <a:t>This enables proactive monitoring and predictive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472364283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8C77-7B09-8B27-CF92-663F7F010C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533650"/>
            <a:ext cx="8761413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5269F-B987-EFC7-73FE-70D6706E3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722387"/>
            <a:ext cx="11604172" cy="541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7950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C6A1A-951E-AEBB-B9BB-98A889465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85" y="531159"/>
            <a:ext cx="7576457" cy="57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3611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C40D5-CC14-2A09-D923-7CF053F5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283029"/>
            <a:ext cx="10678885" cy="637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481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82D4-0438-8EB4-1FBF-F8A7EBD5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Medallion </a:t>
            </a:r>
            <a:r>
              <a:rPr lang="en-US" dirty="0" err="1"/>
              <a:t>Architecure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2BBF3-1FC6-5503-850A-814EF1B7A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02228"/>
            <a:ext cx="9786258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8396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F69C4A-BD3A-39B2-002F-239C1062A06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29" y="1306286"/>
            <a:ext cx="3788228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Ingested raw IoT sensor dataset (CSV) into the data pipeline.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Stored the incoming raw data in AWS S3 Data Lake for scalable storage.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Loaded raw data into Databricks Delta tables in the Bronze layer.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Preserved the original structure and schema of the data without transformations.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Maintained data lineage and traceability to allow reprocessing when required.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41C2E5-DDB0-3320-B4B3-69A1E3A1B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0857" y="522515"/>
            <a:ext cx="2936241" cy="576262"/>
          </a:xfrm>
        </p:spPr>
        <p:txBody>
          <a:bodyPr/>
          <a:lstStyle/>
          <a:p>
            <a:r>
              <a:rPr lang="en-US" dirty="0"/>
              <a:t>         SILVER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535079-7299-1AAA-1359-6CE05A8542C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261759" y="1306286"/>
            <a:ext cx="3434441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the raw IoT sensor data received from the Bronze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Removed invalid or missing sensor readings to improve data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Standardized column formats and data types for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Filtered noise and incorrect records from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Applied data transformations using </a:t>
            </a:r>
            <a:r>
              <a:rPr lang="en-US" sz="1600" dirty="0" err="1">
                <a:solidFill>
                  <a:schemeClr val="bg1"/>
                </a:solidFill>
              </a:rPr>
              <a:t>PySpark</a:t>
            </a:r>
            <a:r>
              <a:rPr lang="en-US" sz="1600" dirty="0">
                <a:solidFill>
                  <a:schemeClr val="bg1"/>
                </a:solidFill>
              </a:rPr>
              <a:t> in Databricks.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Stored the processed and validated data into Silver Delta tables for analytics.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69D53-6E0C-3680-015A-2E0DC9357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0392" y="522515"/>
            <a:ext cx="2932113" cy="576262"/>
          </a:xfrm>
        </p:spPr>
        <p:txBody>
          <a:bodyPr/>
          <a:lstStyle/>
          <a:p>
            <a:r>
              <a:rPr lang="en-US" dirty="0"/>
              <a:t>          GOLD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697603-EDE9-CB89-8135-52D9D713E9F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39102" y="1306286"/>
            <a:ext cx="3532415" cy="500742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Created analytics-ready datasets from the processed Silver layer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Aggregated IoT sensor data to generate device performance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Calculated anomaly detection indicators for monitoring abnormal sensor behavior.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Generated device utilization and operational statistics.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Prepared datasets for real-time monitoring dashboards in Databricks.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Enabled business insights and decision-making through analytical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Supported predictive maintenance analysis using device health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Integrated alerting mechanisms (Slack notifications) for anomaly events.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5BF7CB-5145-3037-FEA5-FCE2EE70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946" y="522515"/>
            <a:ext cx="2946866" cy="576262"/>
          </a:xfrm>
        </p:spPr>
        <p:txBody>
          <a:bodyPr/>
          <a:lstStyle/>
          <a:p>
            <a:r>
              <a:rPr lang="en-US" dirty="0"/>
              <a:t>        BRONZE</a:t>
            </a:r>
          </a:p>
        </p:txBody>
      </p:sp>
    </p:spTree>
    <p:extLst>
      <p:ext uri="{BB962C8B-B14F-4D97-AF65-F5344CB8AC3E}">
        <p14:creationId xmlns:p14="http://schemas.microsoft.com/office/powerpoint/2010/main" val="359110221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52837D-2EDD-BD63-A50D-32B3BF54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and Data Quality Checks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233CD-AD0D-4FDF-3794-7D890045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Implemented data validation checks to ensure only valid IoT sensor records are processed.</a:t>
            </a:r>
          </a:p>
          <a:p>
            <a:r>
              <a:rPr lang="en-US" dirty="0"/>
              <a:t> Filtered null values, corrupted records, and invalid sensor readings during data transformation.</a:t>
            </a:r>
          </a:p>
          <a:p>
            <a:r>
              <a:rPr lang="en-US" dirty="0"/>
              <a:t>Applied schema validation while ingesting data into Bronze and Silver layers.</a:t>
            </a:r>
          </a:p>
          <a:p>
            <a:r>
              <a:rPr lang="en-US" dirty="0"/>
              <a:t> Logged errors and abnormal records into separate monitoring logs for debugging.</a:t>
            </a:r>
          </a:p>
          <a:p>
            <a:r>
              <a:rPr lang="en-US" dirty="0"/>
              <a:t> Implemented anomaly detection checks using Z-score to identify abnormal sensor behavior.</a:t>
            </a:r>
          </a:p>
          <a:p>
            <a:r>
              <a:rPr lang="en-US" dirty="0"/>
              <a:t>Integrated Slack alerts for high anomaly rates to notify the monitoring team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76659500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F91E-CAB3-B25F-B868-6337E560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Pipeline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6F803-6CAB-2315-3E2D-54A88F88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Designed an automated data pipeline workflow to manage the end-to-end IoT data processing.</a:t>
            </a:r>
          </a:p>
          <a:p>
            <a:r>
              <a:rPr lang="en-US" dirty="0"/>
              <a:t>Used Apache Airflow DAG to orchestrate different pipeline stages. </a:t>
            </a:r>
          </a:p>
          <a:p>
            <a:r>
              <a:rPr lang="en-US" dirty="0"/>
              <a:t>Scheduled pipeline execution to run automatically at defined intervals.</a:t>
            </a:r>
          </a:p>
          <a:p>
            <a:r>
              <a:rPr lang="en-US" dirty="0"/>
              <a:t> Triggered Databricks notebooks for Bronze, Silver, and Gold layer processing.</a:t>
            </a:r>
          </a:p>
          <a:p>
            <a:r>
              <a:rPr lang="en-US" dirty="0"/>
              <a:t>Managed task dependencies to ensure proper execution order of the pipeline</a:t>
            </a:r>
          </a:p>
          <a:p>
            <a:r>
              <a:rPr lang="en-US" dirty="0"/>
              <a:t> Implemented monitoring of pipeline runs and task execution status.</a:t>
            </a:r>
          </a:p>
          <a:p>
            <a:r>
              <a:rPr lang="en-US" dirty="0"/>
              <a:t> Integrated Slack notifications for pipeline alerts and anomaly events.</a:t>
            </a:r>
          </a:p>
          <a:p>
            <a:r>
              <a:rPr lang="en-US" dirty="0"/>
              <a:t> Enabled reliable and scalable workflow automation for continuous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79171298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12F5-308B-AA10-CB52-9325D6F6E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Alerts/Monitoring/Logging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3050-61ED-80DA-2803-6291D24F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Implemented real-time anomaly detection monitoring to track abnormal IoT sensor readings.</a:t>
            </a:r>
          </a:p>
          <a:p>
            <a:r>
              <a:rPr lang="en-US" dirty="0"/>
              <a:t> Configured Slack notifications to alert the team when anomaly rates exceed defined thresholds.</a:t>
            </a:r>
          </a:p>
          <a:p>
            <a:r>
              <a:rPr lang="en-US" dirty="0"/>
              <a:t>Monitored pipeline execution status using Apache Airflow DAG runs.</a:t>
            </a:r>
          </a:p>
          <a:p>
            <a:r>
              <a:rPr lang="en-US" dirty="0"/>
              <a:t>Tracked data processing stages across Bronze, Silver, and Gold layers.</a:t>
            </a:r>
          </a:p>
          <a:p>
            <a:r>
              <a:rPr lang="en-US" dirty="0"/>
              <a:t> Logged pipeline activities and processing details for debugging and auditing.</a:t>
            </a:r>
          </a:p>
          <a:p>
            <a:r>
              <a:rPr lang="en-US" dirty="0"/>
              <a:t>Enabled continuous monitoring of device performance and sensor behavior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243722518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37CC-5219-A396-ED9C-A81390FE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26" y="80024"/>
            <a:ext cx="9404723" cy="1400530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dirty="0" err="1"/>
              <a:t>DashBoards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AB83ED1-30D2-8534-A3D4-A0099D36A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5" y="2812611"/>
            <a:ext cx="2628900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2A20B8-909D-40BE-7677-2B79CCC41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326" y="4125493"/>
            <a:ext cx="2628900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FBA5E4-6FF9-7F63-43D3-92A79FED5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326" y="1828800"/>
            <a:ext cx="2628900" cy="1600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51D55C-D23D-B812-7D26-A3DFBA90C3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737" y="1368538"/>
            <a:ext cx="591502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2388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99CA50-3F12-C495-5270-0FD32627C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686" y="3526971"/>
            <a:ext cx="6471557" cy="3233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C33D2-F6FA-7B8A-E17C-09686A68E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421" y="0"/>
            <a:ext cx="5693229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60230C-7669-E6A5-DA8A-5D4077AAB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0"/>
            <a:ext cx="59150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46669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1C44-94DB-0422-7744-376B46A1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A643-2CB2-46E6-7ED6-6DD18D52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65431" cy="4195481"/>
          </a:xfrm>
        </p:spPr>
        <p:txBody>
          <a:bodyPr>
            <a:noAutofit/>
          </a:bodyPr>
          <a:lstStyle/>
          <a:p>
            <a:r>
              <a:rPr lang="en-US" sz="2400" dirty="0"/>
              <a:t>Developed </a:t>
            </a:r>
            <a:r>
              <a:rPr lang="en-US" sz="2400" dirty="0" err="1"/>
              <a:t>PyTest</a:t>
            </a:r>
            <a:r>
              <a:rPr lang="en-US" sz="2400" dirty="0"/>
              <a:t> unit tests to validate the Bronze, Silver, and Gold layer tables.</a:t>
            </a:r>
          </a:p>
          <a:p>
            <a:r>
              <a:rPr lang="en-US" sz="2400" dirty="0"/>
              <a:t> Verified that all required tables are created successfully in the pipeline.</a:t>
            </a:r>
          </a:p>
          <a:p>
            <a:r>
              <a:rPr lang="en-US" sz="2400" dirty="0"/>
              <a:t> Checked that data is properly loaded and row counts are greater than zero.</a:t>
            </a:r>
          </a:p>
          <a:p>
            <a:r>
              <a:rPr lang="en-US" sz="2400" dirty="0"/>
              <a:t>Ensured schema validation and correct column names across all tables.</a:t>
            </a:r>
          </a:p>
          <a:p>
            <a:r>
              <a:rPr lang="en-US" sz="2400" dirty="0"/>
              <a:t>Performed data quality checks such as duplicate detection and invalid value filtering.</a:t>
            </a:r>
          </a:p>
        </p:txBody>
      </p:sp>
    </p:spTree>
    <p:extLst>
      <p:ext uri="{BB962C8B-B14F-4D97-AF65-F5344CB8AC3E}">
        <p14:creationId xmlns:p14="http://schemas.microsoft.com/office/powerpoint/2010/main" val="304339121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AC3-686C-C5A9-EB94-7315ADF4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Business </a:t>
            </a:r>
            <a:r>
              <a:rPr lang="en-US" dirty="0" err="1"/>
              <a:t>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73238-5129-7581-6A84-F648E3C6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Enables real-time monitoring of IoT sensor data to track device performance.</a:t>
            </a:r>
          </a:p>
          <a:p>
            <a:r>
              <a:rPr lang="en-US" sz="1800" dirty="0"/>
              <a:t> Detects anomalies early, helping prevent potential device failures.</a:t>
            </a:r>
          </a:p>
          <a:p>
            <a:r>
              <a:rPr lang="en-US" sz="1800" dirty="0"/>
              <a:t> Reduces equipment downtime and maintenance costs through proactive alerts.</a:t>
            </a:r>
          </a:p>
          <a:p>
            <a:r>
              <a:rPr lang="en-US" sz="1800" dirty="0"/>
              <a:t> Improves data reliability and decision-making using clean and structured datasets.</a:t>
            </a:r>
          </a:p>
          <a:p>
            <a:r>
              <a:rPr lang="en-US" sz="1800" dirty="0"/>
              <a:t> Provides actionable insights through dashboards and analytics for operational teams.</a:t>
            </a:r>
          </a:p>
          <a:p>
            <a:r>
              <a:rPr lang="en-US" sz="1800" dirty="0"/>
              <a:t>Supports predictive maintenance strategies for better resource planning.</a:t>
            </a:r>
          </a:p>
          <a:p>
            <a:r>
              <a:rPr lang="en-US" sz="1800" dirty="0"/>
              <a:t>Builds a scalable and automated data pipeline architecture for future IoT systems.</a:t>
            </a:r>
          </a:p>
        </p:txBody>
      </p:sp>
    </p:spTree>
    <p:extLst>
      <p:ext uri="{BB962C8B-B14F-4D97-AF65-F5344CB8AC3E}">
        <p14:creationId xmlns:p14="http://schemas.microsoft.com/office/powerpoint/2010/main" val="620083683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D05E6-E612-E770-581B-E532875E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7122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463</TotalTime>
  <Words>773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Wingdings</vt:lpstr>
      <vt:lpstr>Wingdings 3</vt:lpstr>
      <vt:lpstr>Ion</vt:lpstr>
      <vt:lpstr>PowerPoint Presentation</vt:lpstr>
      <vt:lpstr>                Project Objective</vt:lpstr>
      <vt:lpstr>PowerPoint Presentation</vt:lpstr>
      <vt:lpstr>PowerPoint Presentation</vt:lpstr>
      <vt:lpstr>PowerPoint Presentation</vt:lpstr>
      <vt:lpstr>           Medallion Architecure </vt:lpstr>
      <vt:lpstr>PowerPoint Presentation</vt:lpstr>
      <vt:lpstr>Error Handling and Data Quality Checks</vt:lpstr>
      <vt:lpstr>        Pipeline Orchestration</vt:lpstr>
      <vt:lpstr>Alerts/Monitoring/Logging</vt:lpstr>
      <vt:lpstr>                     DashBoards</vt:lpstr>
      <vt:lpstr>PowerPoint Presentation</vt:lpstr>
      <vt:lpstr>                      Testing</vt:lpstr>
      <vt:lpstr>          Business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Reddy</dc:creator>
  <cp:lastModifiedBy>Bellamkonda Satya sai venkateswarlu</cp:lastModifiedBy>
  <cp:revision>1</cp:revision>
  <dcterms:created xsi:type="dcterms:W3CDTF">2026-03-15T10:48:14Z</dcterms:created>
  <dcterms:modified xsi:type="dcterms:W3CDTF">2026-03-18T09:20:19Z</dcterms:modified>
</cp:coreProperties>
</file>